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3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3"/><Relationship Id="rId4" Type="http://schemas.openxmlformats.org/officeDocument/2006/relationships/video" Target="../media/media1.mp3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aistudio.google.com/apikey" TargetMode="External"/><Relationship Id="rId4" Type="http://schemas.openxmlformats.org/officeDocument/2006/relationships/hyperlink" Target="https://ai.google.dev/gemini-api/docs/api-key" TargetMode="External"/><Relationship Id="rId5" Type="http://schemas.openxmlformats.org/officeDocument/2006/relationships/hyperlink" Target="https://ai.google.dev/gemini-api/docs/quickst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3"/><Relationship Id="rId4" Type="http://schemas.openxmlformats.org/officeDocument/2006/relationships/video" Target="../media/media1.mp3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74519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TEQGRID  ·  HANDS-ON SEMINAR</a:t>
            </a:r>
          </a:p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ResumeFit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CBD5E1"/>
                </a:solidFill>
                <a:latin typeface="Calibri"/>
              </a:rPr>
              <a:t>Match a resume to a job with a real AI API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React Native + Google Gemini  ·  live on a phone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3C5FD"/>
                </a:solidFill>
                <a:latin typeface="Calibri"/>
              </a:rPr>
              <a:t>Click ♪ on this slide for music</a:t>
            </a:r>
          </a:p>
        </p:txBody>
      </p:sp>
      <p:pic>
        <p:nvPicPr>
          <p:cNvPr id="6" name="seminar-music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♪ 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How we will run this room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618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26187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My intro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Who is teaching 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28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TEQGRID intro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8288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Why we are 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04288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9572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3957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Project intro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3957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What ResumeFit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7121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62656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9626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React Native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9626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How a phone app is wired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38144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9584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5295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Google API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52958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Create your own Gemini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05072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0965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096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How the app works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0965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PDF + JD → score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57200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634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663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Student Q&amp;A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663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Your questions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38928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23036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2303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10-question quiz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2303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Top 3 win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70585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797296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57972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Thank you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579729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Calibri"/>
              </a:rPr>
              <a:t>♪ music on title, quiz, winners</a:t>
            </a:r>
          </a:p>
        </p:txBody>
      </p:sp>
      <p:pic>
        <p:nvPicPr>
          <p:cNvPr id="42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Calibri"/>
              </a:rPr>
              <a:t>♪  play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01  ·  SPEAKER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Hi — I am Aishwarya Rastogi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Who I 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How I will 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Aishwarya Rastogi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React Native developer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I ship small phone apps with real APIs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No mock screens for this seminar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Today I will teach from a live app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on a real iPhone — ResumeFit.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One idea → one file → one question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We will not open 20 files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You will see: input, API, result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Ask anytime. Wrong answers are useful.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The quiz at the end uses this talk.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02  ·  TEQGRID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Why TEQGRID brought you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TEQGRID trains builders — not slide readers.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Line we use in production: frontend → backend → AI.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Today you learn the AI middle: a phone calls Gemini and shows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A backend would hide the key. We skip it so you can see the full feature.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Goal: leave able to clone, paste your key, and change one prompt line.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Participation is the point. The quiz is how we pick the top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If TEQGRID is issuing certificates, mention that after the winners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03  · 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ResumeFit — a junior recruiter on a phone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What comes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Upload a PDF resume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Paste a job description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Tap Analyze match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Gemini reads both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You get a score you can argue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Match score 0–100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Matching skills (green chips)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Missing skills (red chips)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Experience alignment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3 concrete resume edits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React Native CLI — not Expo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03  · 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This is a feature, not ChatGPT in a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User gives input → our app calls an API → user sees a usable result.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We are not training a model. We are calling one.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Weather API returns temperature. Gemini returns text. We force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Two inputs only: resume PDF + job description.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No fake analysis. If the key or the model fails, you see the real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Ask: what two inputs does this feature need? Wait for: PDF + JD.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APPLICATION WORKING STRUCTURE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How a React Native app is structured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04  ·  REACT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One JavaScript/TypeScript app → two phones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JS / TS layer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Screens, state, fetch(). HomeScreen and ResultScreen live here. Same code for iOS and Android.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1642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7674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7674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0242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Native layer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iOS (Swift + Xcode) and Android (Kotlin + Gradle) host the JS. Camera, files, splash, icon.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6084" y="1371600"/>
            <a:ext cx="3588410" cy="4892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02116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2116" y="1627632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4684" y="2148840"/>
            <a:ext cx="313121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Calibri"/>
              </a:rPr>
              <a:t>Metro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Dev server on your Mac. The phone loads index.js from 8081. Change JS → Fast Refresh.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04  ·  REACT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Folders you will actually open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App.tsx + src/navigation — which screen is showing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src/screens/HomeScreen.tsx — pick PDF, paste JD, tap Analyze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src/screens/ResultScreen.tsx — dumb UI. It only draws JSON.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src/api/pickResume.ts — system file picker, PDF only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src/api/gemini.ts — URL, key, prompt, fetch, parse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.env — GEMINI_API_KEY. Never commit this file.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ios/ and android/ — splash, icons, signing. Rebuild after native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Stay in 3 files for the live walk: pickResume.ts, gemini.ts, HomeScreen.tsx.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04  ·  THIS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172A"/>
                </a:solidFill>
                <a:latin typeface="Calibri"/>
              </a:rPr>
              <a:t>React Native app cycle — ResumeFit as it is wired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5156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2471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1  Native boot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iOS / Android looks up app.json name ResumeFit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72384" y="1673352"/>
            <a:ext cx="237744" cy="146304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2" y="105156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12471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2  index.js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AppRegistry.registerComponent → App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25896" y="1673352"/>
            <a:ext cx="237744" cy="146304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18504" y="105156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12471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3  App.tsx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GestureHandler + SafeArea + navigator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79408" y="1673352"/>
            <a:ext cx="237744" cy="146304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72016" y="105156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3456" y="112471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4  navigation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Stack: Home first, then Result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501884" y="2578608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72016" y="324612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6" y="331927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5  HomeScreen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onPickResume + paste JD + onAnalyze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8979408" y="3867912"/>
            <a:ext cx="237744" cy="146304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18504" y="324612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331927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6  pick + base64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pickResume.ts then uriToBase64(pdf)</a:t>
            </a:r>
          </a:p>
        </p:txBody>
      </p:sp>
      <p:sp>
        <p:nvSpPr>
          <p:cNvPr id="23" name="Left Arrow 22"/>
          <p:cNvSpPr/>
          <p:nvPr/>
        </p:nvSpPr>
        <p:spPr>
          <a:xfrm>
            <a:off x="6025896" y="3867912"/>
            <a:ext cx="237744" cy="146304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64992" y="3246120"/>
            <a:ext cx="2606040" cy="141732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432" y="331927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7  gemini.ts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POST generateContent  ·  Flash Lite JSON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3072384" y="3867912"/>
            <a:ext cx="237744" cy="146304"/>
          </a:xfrm>
          <a:prstGeom prst="lef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1480" y="3246120"/>
            <a:ext cx="260604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319272"/>
            <a:ext cx="2423160" cy="128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8  ResultScreen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Draws the JSON only. Does not re-score.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956048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Live path in this repo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HomeScreen.onAnalyze → uriToBase64 + analyzeResumeMatch (src/api/gemini.ts) → navigation.navigate('Result', { analysis }).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Key files: index.js · App.tsx · src/navigation/index.tsx · HomeScreen.tsx · pickResume.ts · gemini.ts · ResultScreen.tsx · .env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FREE KEY  ·  4 MINUTES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05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Generate a Google Gemini API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05  ·  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Create your own key — do not share one room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Open https://aistudio.google.com/apikey  (Google account).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Click Create API key. Pick or create a Google Cloud project if asked.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Copy the key once. Treat it like a password.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In the project:  cp .env.example .env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Paste:  GEMINI_API_KEY=your_key   (no quotes, no extra space).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6. Restart Metro. The app reads .env only at start.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7. If 40 people hammer one key you get 429 / quota. Each student = one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This classroom key lives on the phone. Play Store? Put the key on YOUR server.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05  ·  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Gemini key — official steps (click the blue chips)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868680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832104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8686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Sign in with a Google account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48640" y="1197864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" y="1399032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17320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1362456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39903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Open aistudio.google.com/apikey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48640" y="1728216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929384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947672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1892808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19293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Create API key  ·  pick / create a Cloud project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48640" y="2258568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2459736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478024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2423160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245973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Copy the key once  ·  treat it like a password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48640" y="2788920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2990088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008376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" y="2953512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29900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cp .env.example .env   then   GEMINI_API_KEY=…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48640" y="3319272"/>
            <a:ext cx="146304" cy="219456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520440"/>
            <a:ext cx="329184" cy="32918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38728"/>
            <a:ext cx="32918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" y="3483864"/>
            <a:ext cx="5623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35204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Restart Metro  ·  never commit .env</a:t>
            </a:r>
          </a:p>
        </p:txBody>
      </p:sp>
      <p:pic>
        <p:nvPicPr>
          <p:cNvPr id="35" name="Picture 34" descr="gemini-api-key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868680"/>
            <a:ext cx="5029200" cy="35204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44074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Official docs screenshot  ·  ai.google.dev</a:t>
            </a:r>
          </a:p>
        </p:txBody>
      </p:sp>
      <p:sp>
        <p:nvSpPr>
          <p:cNvPr id="37" name="Rounded Rectangle 36">
            <a:hlinkClick r:id="rId3"/>
          </p:cNvPr>
          <p:cNvSpPr/>
          <p:nvPr/>
        </p:nvSpPr>
        <p:spPr>
          <a:xfrm>
            <a:off x="6720840" y="4754880"/>
            <a:ext cx="5029200" cy="384048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482803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Calibri"/>
                <a:hlinkClick r:id="rId3"/>
              </a:rPr>
              <a:t>Create key  →  aistudio.google.com/apikey</a:t>
            </a:r>
          </a:p>
        </p:txBody>
      </p:sp>
      <p:sp>
        <p:nvSpPr>
          <p:cNvPr id="39" name="Rounded Rectangle 38">
            <a:hlinkClick r:id="rId4"/>
          </p:cNvPr>
          <p:cNvSpPr/>
          <p:nvPr/>
        </p:nvSpPr>
        <p:spPr>
          <a:xfrm>
            <a:off x="6720840" y="5212080"/>
            <a:ext cx="2423160" cy="384048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2280" y="528523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Calibri"/>
                <a:hlinkClick r:id="rId4"/>
              </a:rPr>
              <a:t>API key docs</a:t>
            </a:r>
          </a:p>
        </p:txBody>
      </p:sp>
      <p:sp>
        <p:nvSpPr>
          <p:cNvPr id="41" name="Rounded Rectangle 40">
            <a:hlinkClick r:id="rId5"/>
          </p:cNvPr>
          <p:cNvSpPr/>
          <p:nvPr/>
        </p:nvSpPr>
        <p:spPr>
          <a:xfrm>
            <a:off x="9326880" y="5212080"/>
            <a:ext cx="2423160" cy="384048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0" y="5285232"/>
            <a:ext cx="2240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Calibri"/>
                <a:hlinkClick r:id="rId5"/>
              </a:rPr>
              <a:t>Quickstart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6875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Never paste the key in Slack, GitHub, or this deck. Classroom demo keeps it in .env on the phone. Play Store → put the key on YOUR server.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THE LIVE PATH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06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How ResumeFit actually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06  · 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What happens when they tap 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Phone has a PDF + a job description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App converts the PDF to base64 (JSON cannot carry a raw file)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POST to Gemini generateContent  (gemini-3.1-flash-lite)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Prompt says: recruiter, be honest, do not invent skills, return this JSON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Gemini reads PDF + JD and returns score, chips, 3 edits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6. Result screen only displays that JSON — it does not re-score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There is no backend today. The phone talks to Google.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06  ·  THREE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  <a:latin typeface="Calibri"/>
              </a:rPr>
              <a:t>The working path — do not rewrite the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39496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The letter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The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Address = URL (generateContent)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Stamp / ID = API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Body = prompt + PDF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Reply = JSON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text = instructions + job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inline_data = PDF as base64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659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pickResume.ts — picker, cancel = null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gemini.ts — key, parts, fetch, parse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HomeScreen.tsx — validate, load, navigate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setLoading(true) before the network.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Calibri"/>
              </a:rPr>
              <a:t>  finally { setLoading(false) } always.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06  · 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The model follows the prompt, not a magic HR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Role: you are a recruiter.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Task: compare this resume PDF to this job description.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Constraints: be honest; if not a resume, score 0; do not invent skills.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Output contract: exact JSON keys the Result screen already uses.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temperature 0.2 — scoring wants boring and repeatable.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If green chips show skills that are not on the PDF, fix the prompt, not the CSS.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Live tweak: change “recruiter” to “strict hiring manager.” Same API, different score.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YOUR TURN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07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Student Q&amp;A</a:t>
            </a:r>
          </a:p>
        </p:txBody>
      </p:sp>
      <p:pic>
        <p:nvPicPr>
          <p:cNvPr id="5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♪  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07  · 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Ask anything. If the room is quiet, start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Why PDF, not Word?  —  one path; Gemini document understanding likes PDF.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Why base64, not Drive?  —  Drive needs login. Base64 = one POST.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Shared key for 40 students?  —  quota dies. Each person uses their own key.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Is the score “true”?  —  no. Model opinion under our prompt.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Match 3 jobs?  —  loop the same function three times.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• Scanned photo resume?  —  often yes. Prefer a real text PDF for the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Write one question on a slip if you do not want to speak.</a:t>
            </a:r>
          </a:p>
        </p:txBody>
      </p:sp>
      <p:pic>
        <p:nvPicPr>
          <p:cNvPr id="9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Calibri"/>
              </a:rPr>
              <a:t>♪  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WRITE A / B / C  ·  NO PHONES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08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10-question test</a:t>
            </a:r>
          </a:p>
        </p:txBody>
      </p:sp>
      <p:pic>
        <p:nvPicPr>
          <p:cNvPr id="5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♪  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08  ·  QUIZ  1–5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Circle one letter. 30 seconds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1. ResumeFit needs which two inputs?   A Photo + recipes   B Resume PDF + job description   C Email + OTP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2. The Gemini key should live in?   A GitHub   B .env (not committed)   C The Result screen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3. Gemini must return what the UI can draw as?   A A video   B JSON   C An Excel file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4. We send the PDF as?   A Base64 inline_data   B A Drive link   C A screenshot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5. This classroom demo has?   A No backend   B A Node server   C A database</a:t>
            </a:r>
          </a:p>
        </p:txBody>
      </p:sp>
      <p:pic>
        <p:nvPicPr>
          <p:cNvPr id="7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Calibri"/>
              </a:rPr>
              <a:t>♪  play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08  ·  QUIZ  6–10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Same rules. Last five.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6. Which file calls Gemini?   A App.tsx   B src/api/gemini.ts   C Info.plist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7. React Native lets you?   A One JS/TS app → iOS + Android   B Websites only   C iOS only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8. Delete “do not invent skills” and green chips may?   A Vanish   B Show skills not on the PDF   C Crash Metro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9. Free key is created at?   A aistudio.google.com/apikey   B github.com   C npmjs.com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75569"/>
                </a:solidFill>
                <a:latin typeface="Calibri"/>
              </a:rPr>
              <a:t>  10. For Play Store you should?   A Keep the key in the APK   B Put the key on your server   C Print it on splash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23560"/>
            <a:ext cx="11155680" cy="777240"/>
          </a:xfrm>
          <a:prstGeom prst="round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D8"/>
                </a:solidFill>
                <a:latin typeface="Calibri"/>
              </a:rPr>
              <a:t>Host key: 1B  2B  3B  4A  5A  6B  7A  8B  9A  10B</a:t>
            </a:r>
          </a:p>
        </p:txBody>
      </p:sp>
      <p:pic>
        <p:nvPicPr>
          <p:cNvPr id="9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Calibri"/>
              </a:rPr>
              <a:t>♪  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QUIZ WINNERS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Top 3 students take the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383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148840"/>
            <a:ext cx="868680" cy="8686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2304288"/>
            <a:ext cx="868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Gold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Name: ____________________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Highest score  ·  walks through one prompt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19" y="1920240"/>
            <a:ext cx="3520440" cy="3383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4999" y="2148840"/>
            <a:ext cx="868680" cy="86868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4999" y="2304288"/>
            <a:ext cx="868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2004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Silver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Name: ____________________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Next highest  ·  explains URL + key + 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8" y="1920240"/>
            <a:ext cx="3520440" cy="3383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64038" y="2148840"/>
            <a:ext cx="868680" cy="8686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38" y="2304288"/>
            <a:ext cx="868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8" y="32004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Calibri"/>
              </a:rPr>
              <a:t>Bronze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Name: ____________________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Third  ·  names the 3 files</a:t>
            </a:r>
          </a:p>
        </p:txBody>
      </p:sp>
      <p:pic>
        <p:nvPicPr>
          <p:cNvPr id="17" name="seminar-music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♪  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1031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3C5FD"/>
                </a:solidFill>
                <a:latin typeface="Calibri"/>
              </a:rPr>
              <a:t>THANK YOU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Clone. Paste your key. Change one prompt line.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93C5FD"/>
                </a:solidFill>
                <a:latin typeface="Calibri"/>
              </a:rPr>
              <a:t>aistudio.google.com/apikey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github.com/Aishwaryaofficial/resume-fit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npm start    then    npm run ios  /  npm run android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3C5FD"/>
                </a:solidFill>
                <a:latin typeface="Calibri"/>
              </a:rPr>
              <a:t>♪ click the note  ·  questions anytime  ·  TEQGRID</a:t>
            </a:r>
          </a:p>
        </p:txBody>
      </p:sp>
      <p:pic>
        <p:nvPicPr>
          <p:cNvPr id="6" name="seminar-music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1292840" y="164592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256032"/>
            <a:ext cx="1417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♪  play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Calibri"/>
              </a:rPr>
              <a:t>ResumeFit  ·  TEQGRID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60196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