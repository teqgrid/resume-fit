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960120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965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HANDS-ON SEMINAR</a:t>
            </a:r>
          </a:p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ResumeFit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CBD5E1"/>
                </a:solidFill>
                <a:latin typeface="Calibri"/>
              </a:rPr>
              <a:t>Match a resume to a job with a real AI API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React Native + Google Gemini (free)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Seven blocks.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0817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408176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Why this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40817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A feature, not ChatGPT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93392"/>
            <a:ext cx="1124712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214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5–12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12140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How an AI API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214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URL, key, request, response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06624"/>
            <a:ext cx="1124712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346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12–22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8346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34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Role, constraints, JSON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19856"/>
            <a:ext cx="1124712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4787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22–32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5478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Live code walkthrough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47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3 files only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33088"/>
            <a:ext cx="1124712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32–45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261104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26110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PDF + JD → score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46320"/>
            <a:ext cx="1124712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97433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45–52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4974336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97433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Honest: no backend today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59552"/>
            <a:ext cx="1124712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8756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52–60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568756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Q&amp;A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6875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Your questions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 / 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You will leave with 3 skills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Call a real AI API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URL + key + JSON body. Same idea as a weather API — the reply is text we force into JSON.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1642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7674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7674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0242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Write a product prompt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Role, task, guardrails, and an output contract the UI can render.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6084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02116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2116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4684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Show it on a phone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React Native screens that display score, chips, and 3 edits. No fake data.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 / 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0–5 MINUTES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Block 1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AI in a product is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 / 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0–5 MIN  · 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ChatGPT in a browser is not a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A product is: user gives input  →  your app calls an API  →  user sees a result they can use.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We are not training a model. We are calling one.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Weather API returns temperature. Gemini returns text. We force that text to be JSON.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Today’s feature: does this resume match this job?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Ask the room: what two inputs does this feature need?  Wait for: resume PDF + job description.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 / 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0–5 MIN  ·  THE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ResumeFit — a junior recruiter on a phone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On the Home screen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What comes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1. Upload resume (PDF, 5 MB)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2. Paste job description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3. Tap Analyze match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Do not tap Analyze yet.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Curiosity first.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Match score 0–100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Matching skills (green chips)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Missing skills (red chips)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Experience alignment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3 concrete resume edits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 / 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5–12 MINUTES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Block 2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How an AI API actually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 / 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5–12 MIN  ·  SIX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Memorize these six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URL — the doorbell. gemini-2.0-flash + generateContent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Key — a password for the API. Lives in .env. Never commit it.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Request — JSON body with contents → parts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Response — candidates[0].content.parts[0].text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Error — show Google’s real message. Quota, bad key, safety.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Quota — free APIs are not unlimited. 40 people on one key = 429.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Open only src/api/gemini.ts  →  jump to analyzeResumeMatch.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 / 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5–12 MIN  ·  ANALOGY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Think of the API call as a letter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The letter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The two parts in one 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Address = URL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Stamp / ID = API key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Body = prompt + PDF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Reply = 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text = instructions + job description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inline_data = the PDF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   mime_type: application/pdf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   data: &lt;base64&gt;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Like WhatsApp: caption + document.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 / 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5–12 MIN  · 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What happens when they tap 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1. Phone has a PDF + a job description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2. App converts the PDF to base64 (JSON cannot carry a raw file)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3. POST to Gemini generateContent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4. Gemini reads both and returns JSON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5. Result screen only displays that JSON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There is no backend in this demo. The phone talks to Google.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Ask: if there is no backend, where does the key live? Why is that OK in class and bad on Play Store?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 / 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12–22 MINUTES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Block 3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Prompt engineering is the AI 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 / 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12–22 MIN  ·  BAD VS GOOD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The model is not a resume product. It follows the prompt.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If we wrote…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Our prompt does 4 jobs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“Analyze this resume”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   → a paragraph. No score. UI breaks.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“Give a score”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   → number, no skills.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“List skills”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   → invents React Native because the JD asked for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1. Role — you are a recruiter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2. Task — compare resume PDF to this JD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3. Constraints — be honest; don’t invent skills; if not a resume, score 0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4. Output contract — exact JSON keys the Result screen already uses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 / 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12–22 MIN  ·  READ IT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Every sentence in ANALYSIS_INSTRUCTION earns its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“You are a recruiter.” — role. Poet vs recruiter = different tone.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“Compare this resume PDF to the job description.” — one job, not rewrite my CV.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“Be honest.” — models like to please; otherwise everything is 90%.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“If not a resume, matchPercent = 0.” — guardrail.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“Do not invent skills.” — most important line. JD-only skills go in missingSkills.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Exact JSON keys + “exactly 3 suggestedEdits.” — the UI is a 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Ask: if we delete “don’t invent skills,” what do the green chips start showing?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  / 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12–22 MIN  ·  KNOBS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Temperature and messy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temperature: 0.2 — 0 is rigid, 1 is creative. Scoring wants boring and repeatable.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responseMimeType: application/json — we ask for JSON.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parseModelJson still strips ```json fences. Models cheat. That is defensive engineering.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We clamp matchPercent to 0–100 so a wild 140 cannot break the bar.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Live 2-min tweak: change “recruiter” to “strict hiring manager.” Same API, different score. That IS prompt engineering.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14  / 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22–32 MINUTES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Block 4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Practical integration — 3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15  / 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22–32 MIN  ·  STAY IN THREE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Do not rewrite the app. Walk the working path.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pickResume.ts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System file picker. PDF only. Cancel returns null — that is not an error. Copy into cache because picker URIs expire.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1642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7674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7674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0242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gemini.ts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Key → parts (text + inline_data) → fetch POST → error.message → parseModelJson.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6084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02116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2116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4684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HomeScreen.tsx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Four states: resume, jobDescription, error, loading. Validate, then uriToBase64 → analyze → navigate.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16  / 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22–32 MIN  ·  HOMESCREEN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onAnalyze is the whole product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1. Is there a PDF?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2. Is there a job description?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3. Is there a GEMINI_API_KEY?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4. URI → base64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5. POST Gemini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6. Parse JSON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7. Go to Result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setLoading(true) BEFORE the network. finally { setLoading(false) } even if Gemini throws.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Ask: if you forget finally, what does the user see after an error? A stuck spinner.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17  / 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32–45 MINUTES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Block 5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Live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18  / 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32–45 MIN  ·  DEMO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Narrate the data, not the animation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1. Tap Upload resume → pick the sample PDF.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2. Tap Use sample or paste a real Naukri / LinkedIn JD.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3. Tap Analyze match. While it spins, say: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      PDF → base64 → leaving the phone → Gemini reads both → JSON → Result.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4. On Result, point in order: score → summary → alignment → matching chips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      → missing chips → 3 concrete edits.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5. Challenge the room: is that matching skill actually on the PDF?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The UI is dumb on purpose. It displays JSON. Wrong score → fix the prompt, not the stylesheet.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19  / 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32–45 MIN  ·  IF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Teach from the red banner. Do not skip failures.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You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You say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Missing GEMINI_API_KEY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API key not valid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Quota / 429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Could not parse JSON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matchPercent = 0 on an invoice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Key not in .env, or Metro not restarted.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Wrong key, extra quotes, extra space.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Free tier. Too many requests. Wait or new key.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Model ignored the schema. Rare with our prompt.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That guardrail sentence just saved a fake 80%.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20  / 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45–52 MINUTES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Block 6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Architecture — be honest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21  / 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45–52 MIN  · 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What you actually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This classroom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If you shipped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Frontend: React Native screens + picker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AI: Gemini generateContent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Backend: none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Database: none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Key: inside the app (.env)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Same UI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Same Gemini call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A tiny server holds the key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Phone calls YOUR server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Server calls Gemini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Key never sits in the APK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22  / 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45–52 MIN  · 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Count on your fingers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1. Call a real AI API  —  fetch + key + JSON.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2. Prompt engineering  —  role, constraints, output contract.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3. Render structured output  —  score, chips, numbered edits.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“Frontend → backend → AI” is the production version.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Today you learned the middle so you could see a full feature.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Ask: where would you put the API key if this went to the Play Store?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23  / 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52–60 MINUTES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Block 7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24  / 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52–60 MIN  ·  IF THE ROOM IS QUIET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Seed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Why PDF, not Word?  —  one path; Gemini document understanding is built around PDF.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Why base64, not Drive?  —  Drive needs login. Base64 = one POST.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Shared key for 40 students?  —  quota dies. Each person uses their own free key.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Is the score “true”?  —  no. Model opinion under our prompt. Temperature 0.2 keeps it stable.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Match 3 jobs?  —  loop analyzeResumeMatch three times.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Scanned photo resume?  —  often yes. Prefer a real text PDF for the demo.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25  / 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2860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Tonight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Clone. Paste your key. Change one prompt line.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93C5FD"/>
                </a:solidFill>
                <a:latin typeface="Calibri"/>
              </a:rPr>
              <a:t>aistudio.google.com/apikey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Calibri"/>
              </a:rPr>
              <a:t>npm start    then    npm run android   /   npm run ios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Watch the score move. That is the whole loop.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seminar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26  / 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