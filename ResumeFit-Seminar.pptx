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9"/>
  </p:normalViewPr>
  <p:slideViewPr>
    <p:cSldViewPr snapToGrid="0" snapToObjects="1">
      <p:cViewPr varScale="1">
        <p:scale>
          <a:sx n="143" d="100"/>
          <a:sy n="143" d="100"/>
        </p:scale>
        <p:origin x="224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istudio.google.com/apikey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i.google.dev/gemini-api/docs/quickstart" TargetMode="External"/><Relationship Id="rId4" Type="http://schemas.openxmlformats.org/officeDocument/2006/relationships/hyperlink" Target="https://ai.google.dev/gemini-api/docs/api-key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"/>
            <a:ext cx="960120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74519"/>
            <a:ext cx="109728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93C5FD"/>
                </a:solidFill>
                <a:latin typeface="Calibri"/>
              </a:rPr>
              <a:t>TEQGRID  ·  HANDS-ON SEMINAR</a:t>
            </a:r>
          </a:p>
          <a:p>
            <a:pPr algn="l">
              <a:spcAft>
                <a:spcPts val="600"/>
              </a:spcAft>
            </a:pPr>
            <a:r>
              <a:rPr sz="5400" b="1" dirty="0">
                <a:solidFill>
                  <a:srgbClr val="FFFFFF"/>
                </a:solidFill>
                <a:latin typeface="Calibri"/>
              </a:rPr>
              <a:t>Meet TEQGRID</a:t>
            </a:r>
          </a:p>
          <a:p>
            <a:pPr algn="l">
              <a:spcAft>
                <a:spcPts val="600"/>
              </a:spcAft>
            </a:pPr>
            <a:r>
              <a:rPr sz="2200" b="0" dirty="0" err="1">
                <a:solidFill>
                  <a:srgbClr val="CBD5E1"/>
                </a:solidFill>
                <a:latin typeface="Calibri"/>
              </a:rPr>
              <a:t>ResumeFit</a:t>
            </a:r>
            <a:r>
              <a:rPr sz="2200" b="0" dirty="0">
                <a:solidFill>
                  <a:srgbClr val="CBD5E1"/>
                </a:solidFill>
                <a:latin typeface="Calibri"/>
              </a:rPr>
              <a:t>  ·  match a resume to a job with a real AI API</a:t>
            </a: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94A3B8"/>
                </a:solidFill>
                <a:latin typeface="Calibri"/>
              </a:rPr>
              <a:t>React Native + Google Gemini  ·  live on a phone</a:t>
            </a:r>
          </a:p>
        </p:txBody>
      </p:sp>
      <p:pic>
        <p:nvPicPr>
          <p:cNvPr id="6" name="seminar-music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84080" y="25603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dirty="0">
                <a:solidFill>
                  <a:srgbClr val="FFFFFF"/>
                </a:solidFill>
                <a:latin typeface="Calibri"/>
              </a:rPr>
              <a:t>♪ 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  <a:latin typeface="Calibri"/>
              </a:rPr>
              <a:t>How we will run this room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70432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6187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My intro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Who is teaching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TEQGRID intro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Why we are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3957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3957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Project intro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95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What ResumeFit does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71216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96265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96265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React Native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9626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How a phone app is wired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38144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52958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52958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Google API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52958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Create your own Gemini key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005072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0965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0965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How the app 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0965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PDF + JD → score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572000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6634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6634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Student Q&amp;A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663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Your questions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38928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2303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23036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10-question quiz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2303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Scan the QR  ·  top 3 win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705856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579729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79729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Thank you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797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♪ music on title, quiz, winners</a:t>
            </a:r>
          </a:p>
        </p:txBody>
      </p:sp>
      <p:pic>
        <p:nvPicPr>
          <p:cNvPr id="42" name="seminar-music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784080" y="25603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Calibri"/>
              </a:rPr>
              <a:t>♪  play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 /  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01  ·  SPEAKER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  <a:latin typeface="Calibri"/>
              </a:rPr>
              <a:t>Hi — I am Aishwarya Rastogi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39496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9496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Who I 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How I will teach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Aishwarya Rastogi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React Native developer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I ship small phone apps with real APIs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No mock screens for this seminar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Today I will teach from a live app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on a real iPhone — ResumeFit.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One idea → one file → one question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We will not open 20 files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You will see: input, API, result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Ask anytime. Wrong answers are useful.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The quiz at the end uses this talk.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 / 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02  ·  TEQGRID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Why TEQGRID brought you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TEQGRID trains builders — not slide readers.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Line we use in production: frontend → backend → AI.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Today you learn the AI middle: a phone calls Gemini and shows JSON.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A backend would hide the key. We skip it so you can see the full feature.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Goal: leave able to clone, paste your key, and change one prompt line.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Participation is the point. The quiz is how we pick the top 3.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 / 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03  · 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  <a:latin typeface="Calibri"/>
              </a:rPr>
              <a:t>ResumeFit — a junior recruiter on a phone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39496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9496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The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What comes 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Upload a PDF resume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Paste a job description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Tap Analyze match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Gemini reads both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You get a score you can argue 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Match score 0–100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Matching skills (green chips)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Missing skills (red chips)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Experience alignment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3 concrete resume edits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React Native CLI — not Expo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 / 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03  · 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This is a feature, not ChatGPT in a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User gives input → our app calls an API → user sees a usable result.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We are not training a model. We are calling one.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Weather API returns temperature. Gemini returns text. We force JSON.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Two inputs only: resume PDF + job description.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No fake analysis. If the key or the model fails, you see the real 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23560"/>
            <a:ext cx="11155680" cy="777240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7424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4ED8"/>
                </a:solidFill>
                <a:latin typeface="Calibri"/>
              </a:rPr>
              <a:t>Ask: what two inputs does this feature need? Wait for: PDF + JD.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 / 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93C5FD"/>
                </a:solidFill>
                <a:latin typeface="Calibri"/>
              </a:rPr>
              <a:t>APPLICATION WORKING STRUCTURE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04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How a React Native app is structured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 / 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04  ·  REACT 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  <a:latin typeface="Calibri"/>
              </a:rPr>
              <a:t>One JavaScript/TypeScript app → two phones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8841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13232" y="16002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62763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13121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JS / TS layer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Screens, state, fetch(). HomeScreen and ResultScreen live here. Same code for iOS and Android.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1642" y="1371600"/>
            <a:ext cx="358841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57674" y="16002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7674" y="162763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242" y="2148840"/>
            <a:ext cx="313121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Native layer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iOS (Swift + Xcode) and Android (Kotlin + Gradle) host the JS. Camera, files, splash, icon.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6084" y="1371600"/>
            <a:ext cx="358841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02116" y="16002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02116" y="162763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4684" y="2148840"/>
            <a:ext cx="313121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Metro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Dev server on your Mac. The phone loads index.js from 8081. Change JS → Fast Refresh.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 / 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04  ·  REACT 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Folders you will actually open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App.tsx + src/navigation — which screen is showing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src/screens/HomeScreen.tsx — pick PDF, paste JD, tap Analyze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src/screens/ResultScreen.tsx — dumb UI. It only draws JSON.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src/api/pickResume.ts — system file picker, PDF only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src/api/gemini.ts — URL, key, prompt, fetch, parse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.env — GEMINI_API_KEY. Never commit this file.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ios/ and android/ — splash, icons, signing. Rebuild after native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23560"/>
            <a:ext cx="11155680" cy="777240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7424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4ED8"/>
                </a:solidFill>
                <a:latin typeface="Calibri"/>
              </a:rPr>
              <a:t>Stay in 3 files for the live walk: pickResume.ts, gemini.ts, HomeScreen.tsx.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 / 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04  ·  THIS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F172A"/>
                </a:solidFill>
                <a:latin typeface="Calibri"/>
              </a:rPr>
              <a:t>React Native app cycle — ResumeFit as it is wired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5156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24712"/>
            <a:ext cx="24231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1  Native boot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iOS / Android looks up app.json name ResumeFit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72384" y="1673352"/>
            <a:ext cx="237744" cy="14630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64992" y="105156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56432" y="1124712"/>
            <a:ext cx="24231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2  index.js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AppRegistry.registerComponent → App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25896" y="1673352"/>
            <a:ext cx="237744" cy="14630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18504" y="105156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124712"/>
            <a:ext cx="24231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3  App.tsx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GestureHandler + SafeArea + navigator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79408" y="1673352"/>
            <a:ext cx="237744" cy="14630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272016" y="105156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63456" y="1124712"/>
            <a:ext cx="24231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4  navigation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Stack: Home first, then Result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0501884" y="2578608"/>
            <a:ext cx="146304" cy="219456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72016" y="324612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63456" y="3319272"/>
            <a:ext cx="24231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5  HomeScreen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onPickResume + paste JD + onAnalyze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8979408" y="3867912"/>
            <a:ext cx="237744" cy="146304"/>
          </a:xfrm>
          <a:prstGeom prst="lef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18504" y="324612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3319272"/>
            <a:ext cx="24231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6  pick + base64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pickResume.ts then uriToBase64(pdf)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6025896" y="3867912"/>
            <a:ext cx="237744" cy="146304"/>
          </a:xfrm>
          <a:prstGeom prst="lef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364992" y="3246120"/>
            <a:ext cx="2606040" cy="1417320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56432" y="3319272"/>
            <a:ext cx="24231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7  gemini.ts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POST generateContent  ·  Flash Lite JSON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3072384" y="3867912"/>
            <a:ext cx="237744" cy="146304"/>
          </a:xfrm>
          <a:prstGeom prst="lef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11480" y="324612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319272"/>
            <a:ext cx="242316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8  ResultScreen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Draws the JSON only. Does not re-score.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956048"/>
            <a:ext cx="11338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Live path in this repo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HomeScreen.onAnalyze → uriToBase64 + analyzeResumeMatch (src/api/gemini.ts) → navigation.navigate('Result', { analysis }).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Key files: index.js · App.tsx · src/navigation/index.tsx · HomeScreen.tsx · pickResume.ts · gemini.ts · ResultScreen.tsx · .env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 / 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93C5FD"/>
                </a:solidFill>
                <a:latin typeface="Calibri"/>
              </a:rPr>
              <a:t>FREE KEY  ·  4 MINUTES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05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Generate a Google Gemini API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 / 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05  ·  GOOGLE AI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Create your own key — do not share one room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1. Open https://aistudio.google.com/apikey  (Google account).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2. Click Create API key. Pick or create a Google Cloud project if asked.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3. Copy the key once. Treat it like a password.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4. In the project:  cp .env.example .env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5. Paste:  GEMINI_API_KEY=your_key   (no quotes, no extra space).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6. Restart Metro. The app reads .env only at start.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7. If 40 people hammer one key you get 429 / quota. Each student = one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23560"/>
            <a:ext cx="11155680" cy="777240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7424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4ED8"/>
                </a:solidFill>
                <a:latin typeface="Calibri"/>
              </a:rPr>
              <a:t>This classroom key lives on the phone. Play Store? Put the key on YOUR server.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 / 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05  ·  GOOGLE AI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172A"/>
                </a:solidFill>
                <a:latin typeface="Calibri"/>
              </a:rPr>
              <a:t>Gemini key — official steps (click the blue chips)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868680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86968"/>
            <a:ext cx="3291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832104"/>
            <a:ext cx="5623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8686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Sign in with a Google account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48640" y="1197864"/>
            <a:ext cx="146304" cy="219456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1399032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3291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1362456"/>
            <a:ext cx="5623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13990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Open aistudio.google.com/apikey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48640" y="1728216"/>
            <a:ext cx="146304" cy="219456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7200" y="1929384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947672"/>
            <a:ext cx="3291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1892808"/>
            <a:ext cx="5623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19293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Create API key  ·  pick / create a Cloud project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48640" y="2258568"/>
            <a:ext cx="146304" cy="219456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245973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478024"/>
            <a:ext cx="3291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" y="2423160"/>
            <a:ext cx="5623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24597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Copy the key once  ·  treat it like a password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48640" y="2788920"/>
            <a:ext cx="146304" cy="219456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7200" y="2990088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008376"/>
            <a:ext cx="3291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" y="2953512"/>
            <a:ext cx="5623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4128" y="29900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cp .env.example .env   then   GEMINI_API_KEY=…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548640" y="3319272"/>
            <a:ext cx="146304" cy="219456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" y="3520440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538728"/>
            <a:ext cx="3291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" y="3483864"/>
            <a:ext cx="5623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4128" y="3520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Restart Metro  ·  never commit .env</a:t>
            </a:r>
          </a:p>
        </p:txBody>
      </p:sp>
      <p:pic>
        <p:nvPicPr>
          <p:cNvPr id="35" name="Picture 34" descr="gemini-api-key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868680"/>
            <a:ext cx="5029200" cy="35204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20840" y="44074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Official docs screenshot  ·  ai.google.dev</a:t>
            </a:r>
          </a:p>
        </p:txBody>
      </p:sp>
      <p:sp>
        <p:nvSpPr>
          <p:cNvPr id="37" name="Rounded Rectangle 36">
            <a:hlinkClick r:id="rId3"/>
          </p:cNvPr>
          <p:cNvSpPr/>
          <p:nvPr/>
        </p:nvSpPr>
        <p:spPr>
          <a:xfrm>
            <a:off x="6720840" y="4754880"/>
            <a:ext cx="5029200" cy="384048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12280" y="482803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  <a:hlinkClick r:id="rId3"/>
              </a:rPr>
              <a:t>Create key  →  aistudio.google.com/apikey</a:t>
            </a:r>
          </a:p>
        </p:txBody>
      </p:sp>
      <p:sp>
        <p:nvSpPr>
          <p:cNvPr id="39" name="Rounded Rectangle 38">
            <a:hlinkClick r:id="rId4"/>
          </p:cNvPr>
          <p:cNvSpPr/>
          <p:nvPr/>
        </p:nvSpPr>
        <p:spPr>
          <a:xfrm>
            <a:off x="6720840" y="5212080"/>
            <a:ext cx="2423160" cy="384048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12280" y="5285232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  <a:hlinkClick r:id="rId4"/>
              </a:rPr>
              <a:t>API key docs</a:t>
            </a:r>
          </a:p>
        </p:txBody>
      </p:sp>
      <p:sp>
        <p:nvSpPr>
          <p:cNvPr id="41" name="Rounded Rectangle 40">
            <a:hlinkClick r:id="rId5"/>
          </p:cNvPr>
          <p:cNvSpPr/>
          <p:nvPr/>
        </p:nvSpPr>
        <p:spPr>
          <a:xfrm>
            <a:off x="9326880" y="5212080"/>
            <a:ext cx="2423160" cy="384048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18320" y="5285232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  <a:hlinkClick r:id="rId5"/>
              </a:rPr>
              <a:t>Quickstart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6875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Never paste the key in Slack, GitHub, or this deck. Classroom demo keeps it in .env on the phone. Play Store → put the key on YOUR server.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 / 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93C5FD"/>
                </a:solidFill>
                <a:latin typeface="Calibri"/>
              </a:rPr>
              <a:t>THE LIVE PATH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06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How ResumeFit actually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 / 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06  ·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What happens when they tap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1. Phone has a PDF + a job description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2. App converts the PDF to base64 (JSON cannot carry a raw file)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3. POST to Gemini generateContent  (gemini-3.1-flash-lite)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4. Prompt says: recruiter, be honest, do not invent skills, return this JSON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5. Gemini reads PDF + JD and returns score, chips, 3 edits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6. Result screen only displays that JSON — it does not re-score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23560"/>
            <a:ext cx="11155680" cy="777240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7424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4ED8"/>
                </a:solidFill>
                <a:latin typeface="Calibri"/>
              </a:rPr>
              <a:t>There is no backend today. The phone talks to Google.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 / 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06  ·  THREE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  <a:latin typeface="Calibri"/>
              </a:rPr>
              <a:t>The working path — do not rewrite the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39496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9496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The letter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The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Address = URL (generateContent)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Stamp / ID = API key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Body = prompt + PDF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Reply = JSON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text = instructions + job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inline_data = PDF as base64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pickResume.ts — picker, cancel = null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gemini.ts — key, parts, fetch, parse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HomeScreen.tsx — validate, load, navigate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setLoading(true) before the network.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  finally { setLoading(false) } always.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 / 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06  · 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The model follows the prompt, not a magic HR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Role: you are a recruiter.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Task: compare this resume PDF to this job description.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Constraints: be honest; if not a resume, score 0; do not invent skills.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Output contract: exact JSON keys the Result screen already uses.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temperature 0.2 — scoring wants boring and repeatable.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If green chips show skills that are not on the PDF, fix the prompt, not the CSS.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23560"/>
            <a:ext cx="11155680" cy="777240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7424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4ED8"/>
                </a:solidFill>
                <a:latin typeface="Calibri"/>
              </a:rPr>
              <a:t>Live tweak: change “recruiter” to “strict hiring manager.” Same API, different score.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 / 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93C5FD"/>
                </a:solidFill>
                <a:latin typeface="Calibri"/>
              </a:rPr>
              <a:t>YOUR TURN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07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Student Q&amp;A</a:t>
            </a:r>
          </a:p>
        </p:txBody>
      </p:sp>
      <p:pic>
        <p:nvPicPr>
          <p:cNvPr id="5" name="seminar-music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84080" y="25603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♪  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18  /  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07  · 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Ask anything. If the room is quiet, start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Why PDF, not Word?  —  one path; Gemini document understanding likes PDF.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Why base64, not Drive?  —  Drive needs login. Base64 = one POST.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Shared key for 40 students?  —  quota dies. Each person uses their own key.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Is the score “true”?  —  no. Model opinion under our prompt.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Match 3 jobs?  —  loop the same function three times.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  • Scanned photo resume?  —  often yes. Prefer a real text PDF for the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23560"/>
            <a:ext cx="11155680" cy="777240"/>
          </a:xfrm>
          <a:prstGeom prst="round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7424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4ED8"/>
                </a:solidFill>
                <a:latin typeface="Calibri"/>
              </a:rPr>
              <a:t>Write one question on a slip if you do not want to speak.</a:t>
            </a:r>
          </a:p>
        </p:txBody>
      </p:sp>
      <p:pic>
        <p:nvPicPr>
          <p:cNvPr id="9" name="seminar-music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84080" y="25603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Calibri"/>
              </a:rPr>
              <a:t>♪  play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19  /  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6583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93C5FD"/>
                </a:solidFill>
                <a:latin typeface="Calibri"/>
              </a:rPr>
              <a:t>08  ·  QUIZ</a:t>
            </a:r>
          </a:p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Meet TEQGRID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CBD5E1"/>
                </a:solidFill>
                <a:latin typeface="Calibri"/>
              </a:rPr>
              <a:t>Scan the QR and take the 10-question quiz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Phones up  ·  one scan each  ·  top 3 win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097280"/>
            <a:ext cx="41148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quiz-q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280160"/>
            <a:ext cx="3749039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52120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93C5FD"/>
                </a:solidFill>
                <a:latin typeface="Calibri"/>
              </a:rPr>
              <a:t>Scan to start the quiz</a:t>
            </a:r>
          </a:p>
        </p:txBody>
      </p:sp>
      <p:pic>
        <p:nvPicPr>
          <p:cNvPr id="8" name="seminar-music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84080" y="25603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♪  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20  /  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93C5FD"/>
                </a:solidFill>
                <a:latin typeface="Calibri"/>
              </a:rPr>
              <a:t>QUIZ WINNERS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Top 3 students take the quiz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65960" y="2148840"/>
            <a:ext cx="868680" cy="8686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65960" y="2304288"/>
            <a:ext cx="868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3063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0F172A"/>
                </a:solidFill>
                <a:latin typeface="Calibri"/>
              </a:rPr>
              <a:t>Gold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1920240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714999" y="2148840"/>
            <a:ext cx="868680" cy="8686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4999" y="2304288"/>
            <a:ext cx="868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200400"/>
            <a:ext cx="3063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0F172A"/>
                </a:solidFill>
                <a:latin typeface="Calibri"/>
              </a:rPr>
              <a:t>Silver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8" y="1920240"/>
            <a:ext cx="35204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64038" y="2148840"/>
            <a:ext cx="868680" cy="86868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4038" y="2304288"/>
            <a:ext cx="868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8" y="3246120"/>
            <a:ext cx="3063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0F172A"/>
                </a:solidFill>
                <a:latin typeface="Calibri"/>
              </a:rPr>
              <a:t>Bronze</a:t>
            </a:r>
          </a:p>
        </p:txBody>
      </p:sp>
      <p:pic>
        <p:nvPicPr>
          <p:cNvPr id="17" name="seminar-music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84080" y="25603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♪  play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23  /  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051560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103120"/>
            <a:ext cx="1097280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93C5FD"/>
                </a:solidFill>
                <a:latin typeface="Calibri"/>
              </a:rPr>
              <a:t>THANK YOU</a:t>
            </a:r>
          </a:p>
          <a:p>
            <a:pPr algn="l">
              <a:spcAft>
                <a:spcPts val="600"/>
              </a:spcAft>
            </a:pPr>
            <a:r>
              <a:rPr sz="3000" b="1" dirty="0">
                <a:solidFill>
                  <a:srgbClr val="FFFFFF"/>
                </a:solidFill>
                <a:latin typeface="Calibri"/>
              </a:rPr>
              <a:t>Clone. Paste your key. Change one prompt line.</a:t>
            </a:r>
          </a:p>
          <a:p>
            <a:pPr algn="l">
              <a:spcAft>
                <a:spcPts val="600"/>
              </a:spcAft>
            </a:pPr>
            <a:r>
              <a:rPr sz="2200" b="0" dirty="0" err="1">
                <a:solidFill>
                  <a:srgbClr val="93C5FD"/>
                </a:solidFill>
                <a:latin typeface="Calibri"/>
              </a:rPr>
              <a:t>aistudio.google.com</a:t>
            </a:r>
            <a:r>
              <a:rPr sz="2200" b="0" dirty="0">
                <a:solidFill>
                  <a:srgbClr val="93C5FD"/>
                </a:solidFill>
                <a:latin typeface="Calibri"/>
              </a:rPr>
              <a:t>/</a:t>
            </a:r>
            <a:r>
              <a:rPr sz="2200" b="0" dirty="0" err="1">
                <a:solidFill>
                  <a:srgbClr val="93C5FD"/>
                </a:solidFill>
                <a:latin typeface="Calibri"/>
              </a:rPr>
              <a:t>apikey</a:t>
            </a:r>
            <a:endParaRPr sz="2200" b="0" dirty="0">
              <a:solidFill>
                <a:srgbClr val="93C5FD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800" b="0" dirty="0" err="1">
                <a:solidFill>
                  <a:srgbClr val="CBD5E1"/>
                </a:solidFill>
                <a:latin typeface="Calibri"/>
              </a:rPr>
              <a:t>github.com</a:t>
            </a:r>
            <a:r>
              <a:rPr sz="1800" b="0" dirty="0">
                <a:solidFill>
                  <a:srgbClr val="CBD5E1"/>
                </a:solidFill>
                <a:latin typeface="Calibri"/>
              </a:rPr>
              <a:t>/</a:t>
            </a:r>
            <a:r>
              <a:rPr sz="1800" b="0" dirty="0" err="1">
                <a:solidFill>
                  <a:srgbClr val="CBD5E1"/>
                </a:solidFill>
                <a:latin typeface="Calibri"/>
              </a:rPr>
              <a:t>teqgrid</a:t>
            </a:r>
            <a:r>
              <a:rPr sz="1800" b="0" dirty="0">
                <a:solidFill>
                  <a:srgbClr val="CBD5E1"/>
                </a:solidFill>
                <a:latin typeface="Calibri"/>
              </a:rPr>
              <a:t>/resume-fit</a:t>
            </a:r>
          </a:p>
          <a:p>
            <a:pPr algn="l">
              <a:spcAft>
                <a:spcPts val="600"/>
              </a:spcAft>
            </a:pPr>
            <a:r>
              <a:rPr sz="1800" b="0" dirty="0" err="1">
                <a:solidFill>
                  <a:srgbClr val="94A3B8"/>
                </a:solidFill>
                <a:latin typeface="Calibri"/>
              </a:rPr>
              <a:t>npm</a:t>
            </a:r>
            <a:r>
              <a:rPr sz="1800" b="0" dirty="0">
                <a:solidFill>
                  <a:srgbClr val="94A3B8"/>
                </a:solidFill>
                <a:latin typeface="Calibri"/>
              </a:rPr>
              <a:t> start    then    </a:t>
            </a:r>
            <a:r>
              <a:rPr sz="1800" b="0" dirty="0" err="1">
                <a:solidFill>
                  <a:srgbClr val="94A3B8"/>
                </a:solidFill>
                <a:latin typeface="Calibri"/>
              </a:rPr>
              <a:t>npm</a:t>
            </a:r>
            <a:r>
              <a:rPr sz="1800" b="0" dirty="0">
                <a:solidFill>
                  <a:srgbClr val="94A3B8"/>
                </a:solidFill>
                <a:latin typeface="Calibri"/>
              </a:rPr>
              <a:t> run </a:t>
            </a:r>
            <a:r>
              <a:rPr sz="1800" b="0" dirty="0" err="1">
                <a:solidFill>
                  <a:srgbClr val="94A3B8"/>
                </a:solidFill>
                <a:latin typeface="Calibri"/>
              </a:rPr>
              <a:t>ios</a:t>
            </a:r>
            <a:r>
              <a:rPr sz="1800" b="0" dirty="0">
                <a:solidFill>
                  <a:srgbClr val="94A3B8"/>
                </a:solidFill>
                <a:latin typeface="Calibri"/>
              </a:rPr>
              <a:t>  /  </a:t>
            </a:r>
            <a:r>
              <a:rPr sz="1800" b="0" dirty="0" err="1">
                <a:solidFill>
                  <a:srgbClr val="94A3B8"/>
                </a:solidFill>
                <a:latin typeface="Calibri"/>
              </a:rPr>
              <a:t>npm</a:t>
            </a:r>
            <a:r>
              <a:rPr sz="1800" b="0" dirty="0">
                <a:solidFill>
                  <a:srgbClr val="94A3B8"/>
                </a:solidFill>
                <a:latin typeface="Calibri"/>
              </a:rPr>
              <a:t> run android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93C5FD"/>
                </a:solidFill>
                <a:latin typeface="Calibri"/>
              </a:rPr>
              <a:t> questions anytime  ·  TEQGRID</a:t>
            </a:r>
          </a:p>
        </p:txBody>
      </p:sp>
      <p:pic>
        <p:nvPicPr>
          <p:cNvPr id="6" name="seminar-music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84080" y="25603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♪  play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Meet TEQGRID  ·  ResumeFit seminar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24  /  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1977</Words>
  <Application>Microsoft Macintosh PowerPoint</Application>
  <PresentationFormat>Widescreen</PresentationFormat>
  <Paragraphs>278</Paragraphs>
  <Slides>22</Slides>
  <Notes>0</Notes>
  <HiddenSlides>0</HiddenSlides>
  <MMClips>7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Aishwarya Rastogi</cp:lastModifiedBy>
  <cp:revision>2</cp:revision>
  <dcterms:created xsi:type="dcterms:W3CDTF">2013-01-27T09:14:16Z</dcterms:created>
  <dcterms:modified xsi:type="dcterms:W3CDTF">2026-09-26T11:12:31Z</dcterms:modified>
  <cp:category/>
</cp:coreProperties>
</file>